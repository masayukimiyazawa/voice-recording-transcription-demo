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76200" cy="384048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6858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00BFA6"/>
                </a:solidFill>
                <a:latin typeface="Meiryo"/>
              </a:defRPr>
            </a:pPr>
            <a:r>
              <a:t>VOICE RECORDING / TRANSCRIPTION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71323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eiryo"/>
              </a:defRPr>
            </a:pPr>
            <a:r>
              <a:t>Vonage Call Proxy</a:t>
            </a:r>
            <a:br/>
            <a:r>
              <a:t>Detailed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6858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C8D3E0"/>
                </a:solidFill>
                <a:latin typeface="Meiryo"/>
              </a:defRPr>
            </a:pPr>
            <a:r>
              <a:t>End-to-end coverage: inbound → auto-answer → transfer → recording → transcription → admin portal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886200"/>
            <a:ext cx="2011680" cy="1051560"/>
          </a:xfrm>
          <a:prstGeom prst="roundRect">
            <a:avLst/>
          </a:prstGeom>
          <a:solidFill>
            <a:srgbClr val="1A3D5E"/>
          </a:solidFill>
          <a:ln w="1270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Transfer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00BFA6"/>
                </a:solidFill>
                <a:latin typeface="Meiryo"/>
              </a:defRPr>
            </a:pPr>
            <a:r>
              <a:t>NCCO connect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3886200"/>
            <a:ext cx="2011680" cy="1051560"/>
          </a:xfrm>
          <a:prstGeom prst="roundRect">
            <a:avLst/>
          </a:prstGeom>
          <a:solidFill>
            <a:srgbClr val="1A3D5E"/>
          </a:solidFill>
          <a:ln w="1270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393192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Recording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43434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00BFA6"/>
                </a:solidFill>
                <a:latin typeface="Meiryo"/>
              </a:defRPr>
            </a:pPr>
            <a:r>
              <a:t>mp3 / 2ch separation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3886200"/>
            <a:ext cx="2011680" cy="1051560"/>
          </a:xfrm>
          <a:prstGeom prst="roundRect">
            <a:avLst/>
          </a:prstGeom>
          <a:solidFill>
            <a:srgbClr val="1A3D5E"/>
          </a:solidFill>
          <a:ln w="1270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393192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Transcription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43434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00BFA6"/>
                </a:solidFill>
                <a:latin typeface="Meiryo"/>
              </a:defRPr>
            </a:pPr>
            <a:r>
              <a:t>Speaker separation / async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822960"/>
            <a:ext cx="301752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105156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0BFA6"/>
                </a:solidFill>
                <a:latin typeface="Meiryo"/>
              </a:defRPr>
            </a:pPr>
            <a:r>
              <a:t>SPEC  SNAPSHOT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41732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Node.js 18 / TypeScript / Express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874519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800" b="0">
                <a:solidFill>
                  <a:srgbClr val="1A202C"/>
                </a:solidFill>
                <a:latin typeface="Meiryo"/>
              </a:defRPr>
            </a:pPr>
            <a:r>
              <a:t>● Vonage Voice API (NCCO approach)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800" b="0">
                <a:solidFill>
                  <a:srgbClr val="1A202C"/>
                </a:solidFill>
                <a:latin typeface="Meiryo"/>
              </a:defRPr>
            </a:pPr>
            <a:r>
              <a:t>● MongoDB Atlas × Mongoose 8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800" b="0">
                <a:solidFill>
                  <a:srgbClr val="1A202C"/>
                </a:solidFill>
                <a:latin typeface="Meiryo"/>
              </a:defRPr>
            </a:pPr>
            <a:r>
              <a:t>● EJS + express-session portal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800" b="0">
                <a:solidFill>
                  <a:srgbClr val="1A202C"/>
                </a:solidFill>
                <a:latin typeface="Meiryo"/>
              </a:defRPr>
            </a:pPr>
            <a:r>
              <a:t>● JWT proxy fetch (recording DL / transcription)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800" b="0">
                <a:solidFill>
                  <a:srgbClr val="1A202C"/>
                </a:solidFill>
                <a:latin typeface="Meiryo"/>
              </a:defRPr>
            </a:pPr>
            <a:r>
              <a:t>● Jest + ts-jest (19 tests)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800" b="0">
                <a:solidFill>
                  <a:srgbClr val="1A202C"/>
                </a:solidFill>
                <a:latin typeface="Meiryo"/>
              </a:defRPr>
            </a:pPr>
            <a:r>
              <a:t>● 15 endpoints / 3 collections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507492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5A6C7D"/>
                </a:solidFill>
                <a:latin typeface="Meiryo"/>
              </a:defRPr>
            </a:pPr>
            <a:r>
              <a:t>src/index.ts → app.ts → domains → shared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126480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8A9BB0"/>
                </a:solidFill>
                <a:latin typeface="Meiryo"/>
              </a:defRPr>
            </a:pPr>
            <a:r>
              <a:t>Target repo: voice-recording-transcription-demo  |  Based on the implementation as of 2026-09-12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6126480"/>
            <a:ext cx="3017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8A9BB0"/>
                </a:solidFill>
                <a:latin typeface="Meiryo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50292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System Overview &amp;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0292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8D3E0"/>
                </a:solidFill>
                <a:latin typeface="Meiryo"/>
              </a:defRPr>
            </a:pPr>
            <a:r>
              <a:t>Inbound proxy + recording + transcription + admin portal consolidated into one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2743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8A9BB0"/>
                </a:solidFill>
                <a:latin typeface="Meiryo"/>
              </a:defRPr>
            </a:pPr>
            <a:r>
              <a:t>vonage-call-proxy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C7D"/>
                </a:solidFill>
                <a:latin typeface="Meiryo"/>
              </a:defRPr>
            </a:pPr>
            <a:r>
              <a:t>Vonage Call Proxy  |  Detailed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5A6C7D"/>
                </a:solidFill>
                <a:latin typeface="Meiryo"/>
              </a:defRPr>
            </a:pPr>
            <a:r>
              <a:t>2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25880"/>
            <a:ext cx="36576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325880"/>
            <a:ext cx="3657600" cy="6350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35608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🎯  Purpose (What / Why)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09928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Automatically answers calls to your Vonage LVN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proxies and connects them to the destination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records the full call and transcribes it asynchronously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search, replay &amp; browse history from the portal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never miss a call during absence / keep an audit trail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325880"/>
            <a:ext cx="36576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51960" y="1325880"/>
            <a:ext cx="3657600" cy="63500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35608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⚙️  Startup flow (src/index.ts)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09928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1. validateConfig() — validates 8 env vars + loads private key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2. initializeVonageClient() — prepares JWT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3. createApp() — wires DI + defines 15 routes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4. app.listen(PORT) — starts first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5. connectDatabase() — async (continues even on failure)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6. SIGTERM → Graceful Shutdown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325880"/>
            <a:ext cx="36576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1325880"/>
            <a:ext cx="3657600" cy="63500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435608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🧱  Tech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709928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Runtime: Node.js 18 / TS ES2020 ESM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Web: Express 4 / EJS / express-session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DB: Mongoose 8 → MongoDB Atlas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Vonage: @vonage/server-sdk 3.13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Auth: bcrypt / JWT (proxy fetch)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Test: Jest + ts-jest + supertest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749039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5488" y="3886200"/>
            <a:ext cx="127000" cy="127000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822191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① Inbound 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4160520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1A202C"/>
                </a:solidFill>
                <a:latin typeface="Meiryo"/>
              </a:defRPr>
            </a:pPr>
            <a:r>
              <a:t>GET /call/answer</a:t>
            </a:r>
            <a:br/>
            <a:r>
              <a:t>returns NCCO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31720" y="3749039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441448" y="3886200"/>
            <a:ext cx="127000" cy="127000"/>
          </a:xfrm>
          <a:prstGeom prst="ellipse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24328" y="3822191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② Auto-answer TTS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41448" y="4160520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1A202C"/>
                </a:solidFill>
                <a:latin typeface="Meiryo"/>
              </a:defRPr>
            </a:pPr>
            <a:r>
              <a:t>talk (ja-JP/en-US)</a:t>
            </a:r>
            <a:br/>
            <a:r>
              <a:t>language driven from DB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3749039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07408" y="3886200"/>
            <a:ext cx="127000" cy="127000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3822191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③ Transfer / connect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4160520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1A202C"/>
                </a:solidFill>
                <a:latin typeface="Meiryo"/>
              </a:defRPr>
            </a:pPr>
            <a:r>
              <a:t>connect from=LVN</a:t>
            </a:r>
            <a:br/>
            <a:r>
              <a:t>+ prefix stripping / E.164 validation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749039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73368" y="3886200"/>
            <a:ext cx="127000" cy="127000"/>
          </a:xfrm>
          <a:prstGeom prst="ellipse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56248" y="3822191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④ Recording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73368" y="4160520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1A202C"/>
                </a:solidFill>
                <a:latin typeface="Meiryo"/>
              </a:defRPr>
            </a:pPr>
            <a:r>
              <a:t>record mp3/split</a:t>
            </a:r>
            <a:br/>
            <a:r>
              <a:t>channels=2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3749039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339328" y="3886200"/>
            <a:ext cx="127000" cy="1270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22208" y="3822191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⑤ Transcription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8" y="4160520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1A202C"/>
                </a:solidFill>
                <a:latin typeface="Meiryo"/>
              </a:defRPr>
            </a:pPr>
            <a:r>
              <a:t>transcription</a:t>
            </a:r>
            <a:br/>
            <a:r>
              <a:t>JWT fetch / speaker separation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95560" y="3749039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305288" y="3886200"/>
            <a:ext cx="127000" cy="127000"/>
          </a:xfrm>
          <a:prstGeom prst="ellipse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88168" y="3822191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⑥ Admin portal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05288" y="4160520"/>
            <a:ext cx="1554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1A202C"/>
                </a:solidFill>
                <a:latin typeface="Meiryo"/>
              </a:defRPr>
            </a:pPr>
            <a:r>
              <a:t>history / download / re-fetch</a:t>
            </a:r>
            <a:br/>
            <a:r>
              <a:t>session auth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5166360"/>
            <a:ext cx="11430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A6C7D"/>
                </a:solidFill>
                <a:latin typeface="Meiryo"/>
              </a:defRPr>
            </a:pPr>
            <a:r>
              <a:t>Key point: returning NCCO in the order talk → record → connect prevents disconnects (endOnSilence removed). Language is read from DB (Settings) because Webhooks are sessionless. Recording &amp; transcription URLs are fetched from Vonage via JWT.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50292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Overall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0292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8D3E0"/>
                </a:solidFill>
                <a:latin typeface="Meiryo"/>
              </a:defRPr>
            </a:pPr>
            <a:r>
              <a:t>Data flow: Caller → Vonage → Express → MongoDB →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2743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8A9BB0"/>
                </a:solidFill>
                <a:latin typeface="Meiryo"/>
              </a:defRPr>
            </a:pPr>
            <a:r>
              <a:t>vonage-call-proxy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C7D"/>
                </a:solidFill>
                <a:latin typeface="Meiryo"/>
              </a:defRPr>
            </a:pPr>
            <a:r>
              <a:t>Vonage Call Proxy  |  Detailed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5A6C7D"/>
                </a:solidFill>
                <a:latin typeface="Meiryo"/>
              </a:defRPr>
            </a:pPr>
            <a:r>
              <a:t>3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54480"/>
            <a:ext cx="19659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554480"/>
            <a:ext cx="1965960" cy="8890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F2A44"/>
                </a:solidFill>
                <a:latin typeface="Meiryo"/>
              </a:defRPr>
            </a:pPr>
            <a:r>
              <a:t>Caller</a:t>
            </a:r>
            <a:br/>
            <a:r>
              <a:t>Caller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6888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5A6C7D"/>
                </a:solidFill>
                <a:latin typeface="Meiryo"/>
              </a:defRPr>
            </a:pPr>
            <a:r>
              <a:t>PSTN / 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14884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688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79" y="1554480"/>
            <a:ext cx="19659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97479" y="1554480"/>
            <a:ext cx="1965960" cy="88900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79" y="182880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F2A44"/>
                </a:solidFill>
                <a:latin typeface="Meiryo"/>
              </a:defRPr>
            </a:pPr>
            <a:r>
              <a:t>Vonage Voice</a:t>
            </a:r>
            <a:br/>
            <a: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39" y="246888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5A6C7D"/>
                </a:solidFill>
                <a:latin typeface="Meiryo"/>
              </a:defRPr>
            </a:pPr>
            <a:r>
              <a:t>LVN / NCCO execution</a:t>
            </a:r>
            <a:br/>
            <a:r>
              <a:t>recording / transcription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214884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688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554480"/>
            <a:ext cx="19659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0" y="1554480"/>
            <a:ext cx="1965960" cy="8890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182880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F2A44"/>
                </a:solidFill>
                <a:latin typeface="Meiryo"/>
              </a:defRPr>
            </a:pPr>
            <a:r>
              <a:t>Express App</a:t>
            </a:r>
            <a:br/>
            <a:r>
              <a:t>createApp()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46888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5A6C7D"/>
                </a:solidFill>
                <a:latin typeface="Meiryo"/>
              </a:defRPr>
            </a:pPr>
            <a:r>
              <a:t>15 routes / DI wiring</a:t>
            </a:r>
            <a:br/>
            <a:r>
              <a:t>Controller→Service→Repo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14884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688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19" y="1554480"/>
            <a:ext cx="19659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60919" y="1554480"/>
            <a:ext cx="1965960" cy="88900"/>
          </a:xfrm>
          <a:prstGeom prst="round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19" y="182880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F2A44"/>
                </a:solidFill>
                <a:latin typeface="Meiryo"/>
              </a:defRPr>
            </a:pPr>
            <a:r>
              <a:t>MongoDB Atlas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246888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5A6C7D"/>
                </a:solidFill>
                <a:latin typeface="Meiryo"/>
              </a:defRPr>
            </a:pPr>
            <a:r>
              <a:t>Recordings</a:t>
            </a:r>
            <a:br/>
            <a:r>
              <a:t>Destinations / Settings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79" y="214884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9688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1554480"/>
            <a:ext cx="19659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92640" y="1554480"/>
            <a:ext cx="1965960" cy="88900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1828800"/>
            <a:ext cx="1965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F2A44"/>
                </a:solidFill>
                <a:latin typeface="Meiryo"/>
              </a:defRPr>
            </a:pPr>
            <a:r>
              <a:t>Admin</a:t>
            </a:r>
            <a:br/>
            <a:r>
              <a:t>Browser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246888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5A6C7D"/>
                </a:solidFill>
                <a:latin typeface="Meiryo"/>
              </a:defRPr>
            </a:pPr>
            <a:r>
              <a:t>/login /dashboard</a:t>
            </a:r>
            <a:br/>
            <a:r>
              <a:t>/api/*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92808" y="2514600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50" b="0">
                <a:solidFill>
                  <a:srgbClr val="009688"/>
                </a:solidFill>
                <a:latin typeface="Meiryo"/>
              </a:defRPr>
            </a:pPr>
            <a:r>
              <a:t>Outbound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4528" y="2514600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50" b="0">
                <a:solidFill>
                  <a:srgbClr val="009688"/>
                </a:solidFill>
                <a:latin typeface="Meiryo"/>
              </a:defRPr>
            </a:pPr>
            <a:r>
              <a:t>GET /call/answer</a:t>
            </a:r>
            <a:br/>
            <a:r>
              <a:t>NCCO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6248" y="2514600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50" b="0">
                <a:solidFill>
                  <a:srgbClr val="009688"/>
                </a:solidFill>
                <a:latin typeface="Meiryo"/>
              </a:defRPr>
            </a:pPr>
            <a:r>
              <a:t>upsert / find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87967" y="2514600"/>
            <a:ext cx="1188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650" b="0">
                <a:solidFill>
                  <a:srgbClr val="009688"/>
                </a:solidFill>
                <a:latin typeface="Meiryo"/>
              </a:defRPr>
            </a:pPr>
            <a:r>
              <a:t>HTTPS</a:t>
            </a:r>
            <a:br/>
            <a:r>
              <a:t>session auth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3429000"/>
            <a:ext cx="5715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5760" y="3429000"/>
            <a:ext cx="5715000" cy="63500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538728"/>
            <a:ext cx="5440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📞  Voice &amp; event plane (Vonage ↔ App)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3813048"/>
            <a:ext cx="5440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① GET /call/answer?conversation_uuid&amp;from → returns NCCO[talk→record→connect] + saves as pending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② POST /event/recording (recording finalized) → upsert status=completed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③ POST /event/transcription (async) → JWT fetch → parse → save  ※ keeps URL &amp; returns 200 even on failure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342900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09360" y="3429000"/>
            <a:ext cx="5486400" cy="63500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3538728"/>
            <a:ext cx="5212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🖥️  Management plane (Browser ↔ App ↔ DB)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813048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GET /login → POST /login → establish session → GET /dashboard (SSR)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GET /api/recordings (pagination) / download (JWT proxy DL, mp3)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POST /api/destination (E.164 validation) / PUT /api/language (applied to next NCCO)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5029200"/>
            <a:ext cx="11430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A6C7D"/>
                </a:solidFill>
                <a:latin typeface="Meiryo"/>
              </a:defRPr>
            </a:pPr>
            <a:r>
              <a:t>Design principles: thin Controllers (HTTP mapping only) / business logic in Services / Repositories only touch Mongoose / Webhooks are idempotent upsert + loss-tolerant (return 200) / server keeps running even if DB is down.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50292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Layer responsibilities &amp; dependencies (DI)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0292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8D3E0"/>
                </a:solidFill>
                <a:latin typeface="Meiryo"/>
              </a:defRPr>
            </a:pPr>
            <a:r>
              <a:t>Manual DI via app.ts:createApp()  |  Controller → Service → Repository →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2743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8A9BB0"/>
                </a:solidFill>
                <a:latin typeface="Meiryo"/>
              </a:defRPr>
            </a:pPr>
            <a:r>
              <a:t>vonage-call-proxy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C7D"/>
                </a:solidFill>
                <a:latin typeface="Meiryo"/>
              </a:defRPr>
            </a:pPr>
            <a:r>
              <a:t>Vonage Call Proxy  |  Detailed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5A6C7D"/>
                </a:solidFill>
                <a:latin typeface="Meiryo"/>
              </a:defRPr>
            </a:pPr>
            <a:r>
              <a:t>4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63040"/>
            <a:ext cx="27432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463040"/>
            <a:ext cx="2743200" cy="45720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81328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"/>
              </a:defRPr>
            </a:pPr>
            <a:r>
              <a:t>HTTP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05740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0F2A44"/>
                </a:solidFill>
                <a:latin typeface="Meiryo"/>
              </a:defRPr>
            </a:pPr>
            <a:r>
              <a:t>Controllers</a:t>
            </a:r>
            <a:br/>
            <a:r>
              <a:t>Req/Res mapping / 400 &amp; 404 responses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06040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1A202C"/>
                </a:solidFill>
                <a:latin typeface="Meiryo"/>
              </a:defRPr>
            </a:pPr>
            <a:r>
              <a:t>Call / Recording / Transcription</a:t>
            </a:r>
            <a:br/>
            <a:r>
              <a:t>Destination / Portal /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286000"/>
            <a:ext cx="228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5A6C7D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0128" y="1463040"/>
            <a:ext cx="27432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10128" y="1463040"/>
            <a:ext cx="2743200" cy="457200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1481328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"/>
              </a:defRPr>
            </a:pPr>
            <a:r>
              <a:t>Domain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205740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0F2A44"/>
                </a:solidFill>
                <a:latin typeface="Meiryo"/>
              </a:defRPr>
            </a:pPr>
            <a:r>
              <a:t>Services</a:t>
            </a:r>
            <a:br/>
            <a:r>
              <a:t>NCCO assembly / E.164 validation / JWT fetch / bcrypt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2606040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1A202C"/>
                </a:solidFill>
                <a:latin typeface="Meiryo"/>
              </a:defRPr>
            </a:pPr>
            <a:r>
              <a:t>CallService / RecordingService</a:t>
            </a:r>
            <a:br/>
            <a:r>
              <a:t>TranscriptionService / PortalService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2286000"/>
            <a:ext cx="228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5A6C7D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1463040"/>
            <a:ext cx="27432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54496" y="1463040"/>
            <a:ext cx="2743200" cy="457200"/>
          </a:xfrm>
          <a:prstGeom prst="round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4496" y="1481328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"/>
              </a:defRPr>
            </a:pPr>
            <a:r>
              <a:t>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205740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0F2A44"/>
                </a:solidFill>
                <a:latin typeface="Meiryo"/>
              </a:defRPr>
            </a:pPr>
            <a:r>
              <a:t>Repositories + Models</a:t>
            </a:r>
            <a:br/>
            <a:r>
              <a:t>idempotent upsert / pagination / KV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2606040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1A202C"/>
                </a:solidFill>
                <a:latin typeface="Meiryo"/>
              </a:defRPr>
            </a:pPr>
            <a:r>
              <a:t>Recording / Destination</a:t>
            </a:r>
            <a:br/>
            <a:r>
              <a:t>Settings (Mongoose Schema)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2286000"/>
            <a:ext cx="228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5A6C7D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98864" y="1463040"/>
            <a:ext cx="27432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98864" y="1463040"/>
            <a:ext cx="2743200" cy="457200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98864" y="1481328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eiryo"/>
              </a:defRPr>
            </a:pPr>
            <a:r>
              <a:t>Cross-cutting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36024" y="2057400"/>
            <a:ext cx="2468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0F2A44"/>
                </a:solidFill>
                <a:latin typeface="Meiryo"/>
              </a:defRPr>
            </a:pPr>
            <a:r>
              <a:t>shared / middleware / config</a:t>
            </a:r>
            <a:br/>
            <a:r>
              <a:t>auth / logging / errors / types / JWT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6024" y="2606040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1A202C"/>
                </a:solidFill>
                <a:latin typeface="Meiryo"/>
              </a:defRPr>
            </a:pPr>
            <a:r>
              <a:t>logger / error.handler / auth</a:t>
            </a:r>
            <a:br/>
            <a:r>
              <a:t>config / database / vonage.client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3657600"/>
            <a:ext cx="749807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5760" y="3657600"/>
            <a:ext cx="7498079" cy="6350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767328"/>
            <a:ext cx="722375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🔌  DI wiring example (src/app.ts:30-47)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041648"/>
            <a:ext cx="722375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new DestinationRepository() / RecordingRepository() / SettingsRepository()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→ new CallService(destRepo, settingsRepo) / RecordingService(recRepo) / TranscriptionService(recRepo)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→ new CallController(callSvc, recSvc) / DestinationController / RecordingController / PortalController …  injected into all 15 routes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657600"/>
            <a:ext cx="37033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92440" y="3657600"/>
            <a:ext cx="3703320" cy="635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3767328"/>
            <a:ext cx="3429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✅  Boundary types (types)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041648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shared/types.ts: common Webhook types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call.types.ts: NCCO 3 action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recording.types.ts: Metadata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utterances[{sentence,…}]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destination.types.ts: destination types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5349240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A6C7D"/>
                </a:solidFill>
                <a:latin typeface="Meiryo"/>
              </a:defRPr>
            </a:pPr>
            <a:r>
              <a:t>Calls only flow one way (Controller→Service→Repository). Reverse dependencies are prohibited. Views (EJS) are rendered only by the Dashboard/Portal Controllers.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50292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Directory structure &amp; domain division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0292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8D3E0"/>
                </a:solidFill>
                <a:latin typeface="Meiryo"/>
              </a:defRPr>
            </a:pPr>
            <a:r>
              <a:t>DDD-style vertical slices: each domain fully owns its controller / service / model /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2743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8A9BB0"/>
                </a:solidFill>
                <a:latin typeface="Meiryo"/>
              </a:defRPr>
            </a:pPr>
            <a:r>
              <a:t>vonage-call-proxy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C7D"/>
                </a:solidFill>
                <a:latin typeface="Meiryo"/>
              </a:defRPr>
            </a:pPr>
            <a:r>
              <a:t>Vonage Call Proxy  |  Detailed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5A6C7D"/>
                </a:solidFill>
                <a:latin typeface="Meiryo"/>
              </a:defRPr>
            </a:pPr>
            <a:r>
              <a:t>5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25880"/>
            <a:ext cx="39319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325880"/>
            <a:ext cx="3931920" cy="6350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35608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📁  Project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09928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src/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├─ index.ts … startup orchestration / graceful shutdown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├─ app.ts … core DI + definition of the 15 routes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├─ domains/call/ … NCCO / Webhook entry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├─ domains/recording/ … recording &amp; transcription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├─ domains/destination/ … destination CRUD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├─ domains/portal/ … auth &amp; history UI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├─ domains/settings/ … language KV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├─ middleware/auth … session checks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├─ shared/ … config / DB / JWT / log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└─ views/＋public/ … EJS＋i18n.js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tests/ … unit + e2e (call.flow), 19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325880"/>
            <a:ext cx="2240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0" y="1325880"/>
            <a:ext cx="224028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325880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call (3)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965960"/>
            <a:ext cx="1965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1A202C"/>
                </a:solidFill>
                <a:latin typeface="Meiryo"/>
              </a:defRPr>
            </a:pPr>
            <a:r>
              <a:t>answer / recording entry</a:t>
            </a:r>
            <a:br/>
            <a:r>
              <a:t>NCCO talk/record/connect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1325880"/>
            <a:ext cx="2240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95160" y="1325880"/>
            <a:ext cx="2240280" cy="502920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1325880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recording (7)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965960"/>
            <a:ext cx="1965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1A202C"/>
                </a:solidFill>
                <a:latin typeface="Meiryo"/>
              </a:defRPr>
            </a:pPr>
            <a:r>
              <a:t>pending→completed</a:t>
            </a:r>
            <a:br/>
            <a:r>
              <a:t>JWT transcription / proxy DL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1325880"/>
            <a:ext cx="2240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18320" y="1325880"/>
            <a:ext cx="2240280" cy="502920"/>
          </a:xfrm>
          <a:prstGeom prst="round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325880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destination (5)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1965960"/>
            <a:ext cx="1965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1A202C"/>
                </a:solidFill>
                <a:latin typeface="Meiryo"/>
              </a:defRPr>
            </a:pPr>
            <a:r>
              <a:t>E.164 validation / single upsert</a:t>
            </a:r>
            <a:br/>
            <a:r>
              <a:t>destination management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3749039"/>
            <a:ext cx="2240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0" y="3749039"/>
            <a:ext cx="2240280" cy="502920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749039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portal (3+1)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389119"/>
            <a:ext cx="1965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1A202C"/>
                </a:solidFill>
                <a:latin typeface="Meiryo"/>
              </a:defRPr>
            </a:pPr>
            <a:r>
              <a:t>bcrypt verification / SSR rendering</a:t>
            </a:r>
            <a:br/>
            <a:r>
              <a:t>history pagination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0" y="3749039"/>
            <a:ext cx="2240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995160" y="3749039"/>
            <a:ext cx="2240280" cy="50292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3749039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settings (2)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389119"/>
            <a:ext cx="1965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1A202C"/>
                </a:solidFill>
                <a:latin typeface="Meiryo"/>
              </a:defRPr>
            </a:pPr>
            <a:r>
              <a:t>language KV get/set</a:t>
            </a:r>
            <a:br/>
            <a:r>
              <a:t>ja-JP/en-US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0" y="3749039"/>
            <a:ext cx="2240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18320" y="3749039"/>
            <a:ext cx="2240280" cy="502920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3749039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shared (6)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4389119"/>
            <a:ext cx="1965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1A202C"/>
                </a:solidFill>
                <a:latin typeface="Meiryo"/>
              </a:defRPr>
            </a:pPr>
            <a:r>
              <a:t>config / DB / vonage</a:t>
            </a:r>
            <a:br/>
            <a:r>
              <a:t>logger / error / types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50292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API endpoint list (15 total)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0292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8D3E0"/>
                </a:solidFill>
                <a:latin typeface="Meiryo"/>
              </a:defRPr>
            </a:pPr>
            <a:r>
              <a:t>🔓 Public: Vonage Webhook endpoints  🔒 Auth required: admin API &amp; pages  |  authMiddleware centrally decides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2743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8A9BB0"/>
                </a:solidFill>
                <a:latin typeface="Meiryo"/>
              </a:defRPr>
            </a:pPr>
            <a:r>
              <a:t>vonage-call-proxy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C7D"/>
                </a:solidFill>
                <a:latin typeface="Meiryo"/>
              </a:defRPr>
            </a:pPr>
            <a:r>
              <a:t>Vonage Call Proxy  |  Detailed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5A6C7D"/>
                </a:solidFill>
                <a:latin typeface="Meiryo"/>
              </a:defRPr>
            </a:pPr>
            <a:r>
              <a:t>6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11430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◆ Vonage Webhooks (no auth / idempotent / loss-tolerant)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536192"/>
          <a:ext cx="11457432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2286000"/>
                <a:gridCol w="4142232"/>
              </a:tblGrid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</a:rPr>
                        <a:t>Method / Path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</a:rPr>
                        <a:t>Controller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</a:rPr>
                        <a:t>Input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GET /health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liveness health check {status:ok}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GET /call/answer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CallController.answerCall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?conversation_uuid &amp;from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fetch language &amp; destination → return NCCO + save as pending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POST /event/recording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CallController→RecordingService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recording_url / uuid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upsert(completed) / missing fields → return 200 with {skipped:true}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POST /event/transcription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TranscriptionController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conversation_uuid＋URL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70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700">
                          <a:solidFill>
                            <a:srgbClr val="1A202C"/>
                          </a:solidFill>
                          <a:latin typeface="Meiryo"/>
                        </a:rPr>
                        <a:t>JWT fetch → sort by speaker → save / keep URL even on failure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3108960"/>
            <a:ext cx="11430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◆ Admin portal (auth required: HTML → redirect to /login / API → 401 JSON)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410712"/>
          <a:ext cx="11457432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743200"/>
                <a:gridCol w="1280160"/>
                <a:gridCol w="4142232"/>
              </a:tblGrid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</a:rPr>
                        <a:t>Method / Path</a:t>
                      </a:r>
                    </a:p>
                  </a:txBody>
                  <a:tcPr anchor="ctr">
                    <a:solidFill>
                      <a:srgbClr val="1A3D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</a:rPr>
                        <a:t>Controller</a:t>
                      </a:r>
                    </a:p>
                  </a:txBody>
                  <a:tcPr anchor="ctr">
                    <a:solidFill>
                      <a:srgbClr val="1A3D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</a:rPr>
                        <a:t>Input</a:t>
                      </a:r>
                    </a:p>
                  </a:txBody>
                  <a:tcPr anchor="ctr">
                    <a:solidFill>
                      <a:srgbClr val="1A3D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75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1A3D5E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GET /login / POST /login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PortalController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password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bcrypt verify → establish session → 302 /dashboard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POST /logout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PortalController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session.destroy → to /login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GET /dashboard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DashboardController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EJS SSR admin page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GET /api/destination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DestinationController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get current destination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POST /api/destination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DestinationController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{phoneNumber}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upsert after E.164 validation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GET /api/recordings?p&amp;l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DashboardController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page/limit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latest-first paginated history</a:t>
                      </a:r>
                    </a:p>
                  </a:txBody>
                  <a:tcPr anchor="ctr" marL="45720" marR="45720">
                    <a:solidFill>
                      <a:srgbClr val="F7FAFC"/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GET …/:uuid/download  POST …/retranscribe  PUT /api/language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Recording/Transcription/Portal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uuid / lang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650" b="0">
                          <a:solidFill>
                            <a:srgbClr val="1A202C"/>
                          </a:solidFill>
                          <a:latin typeface="Meiryo"/>
                        </a:defRPr>
                      </a:pPr>
                      <a:r>
                        <a:rPr sz="650">
                          <a:solidFill>
                            <a:srgbClr val="1A202C"/>
                          </a:solidFill>
                          <a:latin typeface="Meiryo"/>
                        </a:rPr>
                        <a:t>JWT proxy DL (mp3) / re-fetch / save language → applied to next NCCO</a:t>
                      </a:r>
                    </a:p>
                  </a:txBody>
                  <a:tcPr anchor="ctr"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50292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Vonage integration &amp; NCCO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0292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8D3E0"/>
                </a:solidFill>
                <a:latin typeface="Meiryo"/>
              </a:defRPr>
            </a:pPr>
            <a:r>
              <a:t>CallService.generateNCCO dynamically generates talk → record → connect (language &amp; destination driven from DB)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2743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8A9BB0"/>
                </a:solidFill>
                <a:latin typeface="Meiryo"/>
              </a:defRPr>
            </a:pPr>
            <a:r>
              <a:t>vonage-call-proxy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C7D"/>
                </a:solidFill>
                <a:latin typeface="Meiryo"/>
              </a:defRPr>
            </a:pPr>
            <a:r>
              <a:t>Vonage Call Proxy  |  Detailed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5A6C7D"/>
                </a:solidFill>
                <a:latin typeface="Meiryo"/>
              </a:defRPr>
            </a:pPr>
            <a:r>
              <a:t>7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19659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417320"/>
            <a:ext cx="1965960" cy="45720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35608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① Answer received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11680"/>
            <a:ext cx="1965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1A202C"/>
                </a:solidFill>
                <a:latin typeface="Meiryo"/>
              </a:defRPr>
            </a:pPr>
            <a:r>
              <a:t>GET /call/answer</a:t>
            </a:r>
            <a:br/>
            <a:r>
              <a:t>get uuid / from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96596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BFA6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79" y="1417320"/>
            <a:ext cx="19659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97479" y="1417320"/>
            <a:ext cx="1965960" cy="457200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79" y="1435608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② Get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79" y="2011680"/>
            <a:ext cx="1965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1A202C"/>
                </a:solidFill>
                <a:latin typeface="Meiryo"/>
              </a:defRPr>
            </a:pPr>
            <a:r>
              <a:t>Settings.get</a:t>
            </a:r>
            <a:br/>
            <a:r>
              <a:t>ja-JP / en-US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196596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D7FF9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417320"/>
            <a:ext cx="19659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0" y="1417320"/>
            <a:ext cx="1965960" cy="457200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1435608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③ Get destination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011680"/>
            <a:ext cx="1965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1A202C"/>
                </a:solidFill>
                <a:latin typeface="Meiryo"/>
              </a:defRPr>
            </a:pPr>
            <a:r>
              <a:t>getCurrentDest</a:t>
            </a:r>
            <a:br/>
            <a:r>
              <a:t>+ prefix stripping / required-field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196596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7C5CFF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19" y="1417320"/>
            <a:ext cx="19659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60919" y="1417320"/>
            <a:ext cx="1965960" cy="4572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19" y="1435608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④ Generate NCCO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19" y="2011680"/>
            <a:ext cx="1965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1A202C"/>
                </a:solidFill>
                <a:latin typeface="Meiryo"/>
              </a:defRPr>
            </a:pPr>
            <a:r>
              <a:t>talk→record→</a:t>
            </a:r>
            <a:br/>
            <a:r>
              <a:t>assemble connect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79" y="196596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8C42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1417320"/>
            <a:ext cx="19659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92640" y="1417320"/>
            <a:ext cx="1965960" cy="457200"/>
          </a:xfrm>
          <a:prstGeom prst="round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1435608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⑤ Respond + save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2011680"/>
            <a:ext cx="1965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1A202C"/>
                </a:solidFill>
                <a:latin typeface="Meiryo"/>
              </a:defRPr>
            </a:pPr>
            <a:r>
              <a:t>res.json(ncco)</a:t>
            </a:r>
            <a:br/>
            <a:r>
              <a:t>register as pending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3063240"/>
            <a:ext cx="585216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5760" y="3063240"/>
            <a:ext cx="5852160" cy="6350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172968"/>
            <a:ext cx="5577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📄  NCCO 3 actions (JSON)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3447288"/>
            <a:ext cx="5577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• talk: TTS greeting + recording notice (language-linked, loop:1)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ja: "Thank you for calling… we will record this call…"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record: format=mp3 / split=conversation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channels=2 (speaker separation) / beepStart=false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eventUrl=/event/recording includes transcription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connect: from=VONAGE_LVN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endpoint=[{type:phone, number:+stripped}]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⚠ destination not set → exception → 500 / baseUrl is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WEBHOOK_URL or X-Forwarded-Proto/Host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6520" y="3063240"/>
            <a:ext cx="539496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46520" y="3063240"/>
            <a:ext cx="5394960" cy="63500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3172968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🔧  Webhook setup &amp; operations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447288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Vonage Dashboard: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Answer=GET https://&lt;domain&gt;/call/answer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Event =POST /event/recording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Transcription=POST /event/transcription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Local development: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cloudflared tunnel --url http://localhost:3000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→ register https://*.trycloudflare.com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Production: nginx reverse proxy + pm2 + Docker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supported (see README)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50292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Webhook sequence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0292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8D3E0"/>
                </a:solidFill>
                <a:latin typeface="Meiryo"/>
              </a:defRPr>
            </a:pPr>
            <a:r>
              <a:t>All idempotent upsert + loss-tolerant: return 200 even on errors to prevent a Vonage retry storm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2743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8A9BB0"/>
                </a:solidFill>
                <a:latin typeface="Meiryo"/>
              </a:defRPr>
            </a:pPr>
            <a:r>
              <a:t>vonage-call-proxy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C7D"/>
                </a:solidFill>
                <a:latin typeface="Meiryo"/>
              </a:defRPr>
            </a:pPr>
            <a:r>
              <a:t>Vonage Call Proxy  |  Detailed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5A6C7D"/>
                </a:solidFill>
                <a:latin typeface="Meiryo"/>
              </a:defRPr>
            </a:pPr>
            <a:r>
              <a:t>8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25880"/>
            <a:ext cx="3657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325880"/>
            <a:ext cx="3657600" cy="6350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35608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📥  A. Answer (synchronous response)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09928"/>
            <a:ext cx="33832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Vonage → GET /call/answer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↓ validation (uuid/from)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generateNCCO()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├─ fetch language &amp; destination from DB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└─ build webhook URLs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initCallRecord(pending)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save conversationUuid / from / dest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↓ res.json(ncco)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Vonage: play TTS → start recording → place transfer call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Speed: only 2 DB reads + 1 write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325880"/>
            <a:ext cx="3657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51960" y="1325880"/>
            <a:ext cx="3657600" cy="63500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35608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💾  B. Recording (finalized)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09928"/>
            <a:ext cx="33832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Vonage → POST /event/recording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↓ validate recording_url or uuid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missing → end with 200 {skipped:true}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preserve existing callerId / dest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if absent, fill in "unknown"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upsertRecordingMetadata()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save status=completed + URL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↓ 200 {recordingId}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→ history appears on the dashboard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 (download button enabled)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325880"/>
            <a:ext cx="3657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1325880"/>
            <a:ext cx="3657600" cy="63500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435608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💬  C. Transcription (async)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709928"/>
            <a:ext cx="33832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Vonage → POST /event/transcription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required: conversation_uuid + URL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↓ generate JWT → fetch(URL, Bearer)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collect channels[].transcript[].sentence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speaker=chIndex / ascending timestamp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join sentences with ' ' → build text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handles legacy results format &amp; plain text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save only URL and return 200 on failure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updateTranscription＋retrievedAt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→ shown in a speech-bubble modal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50292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Data model (MongoDB Atlas × Mongoose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0292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8D3E0"/>
                </a:solidFill>
                <a:latin typeface="Meiryo"/>
              </a:defRPr>
            </a:pPr>
            <a:r>
              <a:t>3 collections  |  all writes idempotent via findOneAndUpdate(upsert)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2743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8A9BB0"/>
                </a:solidFill>
                <a:latin typeface="Meiryo"/>
              </a:defRPr>
            </a:pPr>
            <a:r>
              <a:t>vonage-call-proxy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C7D"/>
                </a:solidFill>
                <a:latin typeface="Meiryo"/>
              </a:defRPr>
            </a:pPr>
            <a:r>
              <a:t>Vonage Call Proxy  |  Detailed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5A6C7D"/>
                </a:solidFill>
                <a:latin typeface="Meiryo"/>
              </a:defRPr>
            </a:pPr>
            <a:r>
              <a:t>9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25880"/>
            <a:ext cx="393192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325880"/>
            <a:ext cx="3931920" cy="6350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35608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🎙️  Recordings (per conversation)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09928"/>
            <a:ext cx="3657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• conversationUuid: UNIQUE + index (required)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recordingUuid / recordingUrl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callerId / destinationId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status: pending/completed/failed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transcription: { transcriptionUrl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  text, utterances[{sentence,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  timestamp, duration, speaker}],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  retrievedAt } ＋ timestamps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index: {createdAt:-1, callerId:1}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findPaginated / updateTranscription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325880"/>
            <a:ext cx="35204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6280" y="1325880"/>
            <a:ext cx="3520440" cy="63500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435608"/>
            <a:ext cx="3246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📞  Destinations (single)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709928"/>
            <a:ext cx="32461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• phoneNumber: required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(validated with an E.164 regex)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timestamps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Usage: single-record pattern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get via findOne()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findOneAndUpdate({},upsert)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to update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when unset, NCCO generation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throws → 500 response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325880"/>
            <a:ext cx="35204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75320" y="1325880"/>
            <a:ext cx="3520440" cy="63500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435608"/>
            <a:ext cx="3246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⚙️  Settings (generic KV)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709928"/>
            <a:ext cx="32461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• key: UNIQUE＋index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value: string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timestamps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currently only key=language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ja-JP / en-US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ops: get/set (upsert)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null-tolerant on failure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used for the next inbound call's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applied to talk / transcription language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800600"/>
            <a:ext cx="11430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A6C7D"/>
                </a:solidFill>
                <a:latin typeface="Meiryo"/>
              </a:defRPr>
            </a:pPr>
            <a:r>
              <a:t>Connection management (shared/database.ts): mongoose.connect(mongoUri) / masked-URI logging / server keeps running &amp; retries on failure / disconnect via disconnectDatabase().  Speaker mapping: speaker 0=caller (left, blue) / 1=destination (right, pink) — shown as bubbles in the dashboard.ejs modal.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50292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Authentication flow &amp; language 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0292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8D3E0"/>
                </a:solidFill>
                <a:latin typeface="Meiryo"/>
              </a:defRPr>
            </a:pPr>
            <a:r>
              <a:t>express-session + bcrypt  |  language propagated via DB because Webhooks are outside sessions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2743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8A9BB0"/>
                </a:solidFill>
                <a:latin typeface="Meiryo"/>
              </a:defRPr>
            </a:pPr>
            <a:r>
              <a:t>vonage-call-proxy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C7D"/>
                </a:solidFill>
                <a:latin typeface="Meiryo"/>
              </a:defRPr>
            </a:pPr>
            <a:r>
              <a:t>Vonage Call Proxy  |  Detailed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5A6C7D"/>
                </a:solidFill>
                <a:latin typeface="Meiryo"/>
              </a:defRPr>
            </a:pPr>
            <a:r>
              <a:t>10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19659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417320"/>
            <a:ext cx="1965960" cy="438912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435608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eiryo"/>
              </a:defRPr>
            </a:pPr>
            <a:r>
              <a:t>GET /login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965960"/>
            <a:ext cx="1965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1A202C"/>
                </a:solidFill>
                <a:latin typeface="Meiryo"/>
              </a:defRPr>
            </a:pPr>
            <a:r>
              <a:t>renders EJS</a:t>
            </a:r>
            <a:br/>
            <a:r>
              <a:t>with language select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92024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BFA6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79" y="1417320"/>
            <a:ext cx="19659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97479" y="1417320"/>
            <a:ext cx="1965960" cy="438912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79" y="1435608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eiryo"/>
              </a:defRPr>
            </a:pPr>
            <a:r>
              <a:t>POST /login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79" y="1965960"/>
            <a:ext cx="1965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1A202C"/>
                </a:solidFill>
                <a:latin typeface="Meiryo"/>
              </a:defRPr>
            </a:pPr>
            <a:r>
              <a:t>password verification</a:t>
            </a:r>
            <a:br/>
            <a:r>
              <a:t>supports bcrypt/plain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39" y="192024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D7FF9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417320"/>
            <a:ext cx="19659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0" y="1417320"/>
            <a:ext cx="1965960" cy="438912"/>
          </a:xfrm>
          <a:prstGeom prst="round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1435608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eiryo"/>
              </a:defRPr>
            </a:pPr>
            <a:r>
              <a:t>session established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1965960"/>
            <a:ext cx="1965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1A202C"/>
                </a:solidFill>
                <a:latin typeface="Meiryo"/>
              </a:defRPr>
            </a:pPr>
            <a:r>
              <a:t>authenticated</a:t>
            </a:r>
            <a:br/>
            <a:r>
              <a:t>+ language saved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192024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E9F6E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19" y="1417320"/>
            <a:ext cx="19659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60919" y="1417320"/>
            <a:ext cx="1965960" cy="438912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19" y="1435608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eiryo"/>
              </a:defRPr>
            </a:pPr>
            <a:r>
              <a:t>authMiddleware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19" y="1965960"/>
            <a:ext cx="1965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1A202C"/>
                </a:solidFill>
                <a:latin typeface="Meiryo"/>
              </a:defRPr>
            </a:pPr>
            <a:r>
              <a:t>/api &amp; /dashboard</a:t>
            </a:r>
            <a:br/>
            <a:r>
              <a:t>protects / branches responses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79" y="1920240"/>
            <a:ext cx="38404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7C5CFF"/>
                </a:solidFill>
                <a:latin typeface="Meiryo"/>
              </a:defRPr>
            </a:pPr>
            <a: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1417320"/>
            <a:ext cx="196596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5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92640" y="1417320"/>
            <a:ext cx="1965960" cy="438912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1435608"/>
            <a:ext cx="1965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Meiryo"/>
              </a:defRPr>
            </a:pPr>
            <a:r>
              <a:t>POST /logout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965960"/>
            <a:ext cx="1965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50" b="0">
                <a:solidFill>
                  <a:srgbClr val="1A202C"/>
                </a:solidFill>
                <a:latin typeface="Meiryo"/>
              </a:defRPr>
            </a:pPr>
            <a:r>
              <a:t>session.destroy</a:t>
            </a:r>
            <a:br/>
            <a:r>
              <a:t>→ /login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2971800"/>
            <a:ext cx="57150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5760" y="2971800"/>
            <a:ext cx="5715000" cy="63500"/>
          </a:xfrm>
          <a:prstGeom prst="round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081528"/>
            <a:ext cx="5440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🔐  Auth branching (middleware/auth.middleware.ts)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3355848"/>
            <a:ext cx="5440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• session.authenticated==true → pass via next()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unauthenticated + HTML request (/dashboard) → 302 redirect to /login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unauthenticated + API request (/api/*) → 401 JSON {error}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cookie: httpOnly, 24h, secure=false (development only)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production generates SESSION_SECRET as a 32-byte random value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2971800"/>
            <a:ext cx="54864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09360" y="2971800"/>
            <a:ext cx="5486400" cy="635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3081528"/>
            <a:ext cx="5212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🌐  Language sync (public/js/i18n.js)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3355848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• UI select → PUT /api/language {ja/en}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PortalController converts ja→ja-JP / en→en-US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saved twice: session.language + Settings.set()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next GET /call/answer reads the DB language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applied to talk.text / transcription.language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replaces DOM en masse via a JA/EN dict + persists in localStorage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50292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E2E sequence: from inbound call to viewing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0292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8D3E0"/>
                </a:solidFill>
                <a:latin typeface="Meiryo"/>
              </a:defRPr>
            </a:pPr>
            <a:r>
              <a:t>e2e/call.flow.test.ts verifies the full path: answer → recording → transcription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2743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8A9BB0"/>
                </a:solidFill>
                <a:latin typeface="Meiryo"/>
              </a:defRPr>
            </a:pPr>
            <a:r>
              <a:t>vonage-call-proxy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C7D"/>
                </a:solidFill>
                <a:latin typeface="Meiryo"/>
              </a:defRPr>
            </a:pPr>
            <a:r>
              <a:t>Vonage Call Proxy  |  Detailed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5A6C7D"/>
                </a:solidFill>
                <a:latin typeface="Meiryo"/>
              </a:defRPr>
            </a:pPr>
            <a:r>
              <a:t>11 / 12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1527048"/>
            <a:ext cx="457200" cy="457200"/>
          </a:xfrm>
          <a:prstGeom prst="ellipse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1417320"/>
            <a:ext cx="85039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B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444752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① Inbound → transfer (seconds)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709928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1A202C"/>
                </a:solidFill>
                <a:latin typeface="Meiryo"/>
              </a:defRPr>
            </a:pPr>
            <a:r>
              <a:t>Caller→Vonage→GET /call/answer→NCCO→saved as pending→TTS playback, recording starts, destination called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1554480"/>
            <a:ext cx="201168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Vonage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2606040"/>
            <a:ext cx="457200" cy="457200"/>
          </a:xfrm>
          <a:prstGeom prst="ellipse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2496312"/>
            <a:ext cx="85039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7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2523744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② Recording finalized (end of call)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788920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1A202C"/>
                </a:solidFill>
                <a:latin typeface="Meiryo"/>
              </a:defRPr>
            </a:pPr>
            <a:r>
              <a:t>Vonage→POST /event/recording→upsert(completed)→200→appears in history→proxy DL available (mp3)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2633472"/>
            <a:ext cx="2011680" cy="502920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MongoDB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3685032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3575304"/>
            <a:ext cx="85039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3602736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③ Transcription (async)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67912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1A202C"/>
                </a:solidFill>
                <a:latin typeface="Meiryo"/>
              </a:defRPr>
            </a:pPr>
            <a:r>
              <a:t>Vonage→POST /event/transcription→JWT fetch→sort by speaker→save→bubble display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3712464"/>
            <a:ext cx="2011680" cy="502920"/>
          </a:xfrm>
          <a:prstGeom prst="round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JWT fetch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4764024"/>
            <a:ext cx="457200" cy="457200"/>
          </a:xfrm>
          <a:prstGeom prst="ellipse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4654296"/>
            <a:ext cx="85039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" y="4681728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F2A44"/>
                </a:solidFill>
                <a:latin typeface="Meiryo"/>
              </a:defRPr>
            </a:pPr>
            <a:r>
              <a:t>④ Admin operations (anytime)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946904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1A202C"/>
                </a:solidFill>
                <a:latin typeface="Meiryo"/>
              </a:defRPr>
            </a:pPr>
            <a:r>
              <a:t>login→update destination (E.164)→paginate history→view transcript→retranscribe fallback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4791456"/>
            <a:ext cx="2011680" cy="502920"/>
          </a:xfrm>
          <a:prstGeom prst="round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eiryo"/>
              </a:defRPr>
            </a:pPr>
            <a:r>
              <a:t>Portal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5897880"/>
            <a:ext cx="11338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A6C7D"/>
                </a:solidFill>
                <a:latin typeface="Meiryo"/>
              </a:defRPr>
            </a:pPr>
            <a:r>
              <a:t>Error behavior: destination unset→500  /  recording missing→skipped 200  /  transcription fetch fails→save URL only, return 200  /  DB down→server keeps running, logs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"/>
            <a:ext cx="502920" cy="502920"/>
          </a:xfrm>
          <a:prstGeom prst="roundRect">
            <a:avLst/>
          </a:prstGeom>
          <a:solidFill>
            <a:srgbClr val="00B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9144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eiryo"/>
              </a:defRPr>
            </a:pPr>
            <a:r>
              <a:t>Operations, security &amp; future extensions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02920"/>
            <a:ext cx="8686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C8D3E0"/>
                </a:solidFill>
                <a:latin typeface="Meiryo"/>
              </a:defRPr>
            </a:pPr>
            <a:r>
              <a:t>Production deployment checklist, technical debt &amp; extension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274320"/>
            <a:ext cx="1463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8A9BB0"/>
                </a:solidFill>
                <a:latin typeface="Meiryo"/>
              </a:defRPr>
            </a:pPr>
            <a:r>
              <a:t>vonage-call-proxy 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00" b="0">
                <a:solidFill>
                  <a:srgbClr val="5A6C7D"/>
                </a:solidFill>
                <a:latin typeface="Meiryo"/>
              </a:defRPr>
            </a:pPr>
            <a:r>
              <a:t>Vonage Call Proxy  |  Detailed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700" b="0">
                <a:solidFill>
                  <a:srgbClr val="5A6C7D"/>
                </a:solidFill>
                <a:latin typeface="Meiryo"/>
              </a:defRPr>
            </a:pPr>
            <a:r>
              <a:t>12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25880"/>
            <a:ext cx="36576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325880"/>
            <a:ext cx="3657600" cy="63500"/>
          </a:xfrm>
          <a:prstGeom prst="round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435608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🚀  Production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709928"/>
            <a:ext cx="33832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• NODE_ENV=production＋LOG_LEVEL=warn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generate random PORTAL / SESSION_SECRET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crypto.randomBytes(16/32)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keep .env &amp; private.key outside the repo, with absolute paths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pm2 start dist/index.js --name proxy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nginx reverse proxy (443→3000)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Docker: node:18-alpine＋npm ci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liveness monitoring via /health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expose Webhooks with cloudflared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325880"/>
            <a:ext cx="36576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51960" y="1325880"/>
            <a:ext cx="3657600" cy="63500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35608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🔒  Security: current state &amp; issues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09928"/>
            <a:ext cx="33832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Current: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• bcrypt verification + httpOnly session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• Vonage JWT proxy fetch (with expiry)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• everything protected by authMiddleware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Issues → countermeasures: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• no Webhook signature verification → add Vonage signature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 verification middleware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• secure=false → true + HTTPS in production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• single password → user management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• consider recording-URL expiry &amp; S3 archival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325880"/>
            <a:ext cx="36576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1325880"/>
            <a:ext cx="3657600" cy="63500"/>
          </a:xfrm>
          <a:prstGeom prst="roundRect">
            <a:avLst/>
          </a:prstGeom>
          <a:solidFill>
            <a:srgbClr val="2D7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435608"/>
            <a:ext cx="3383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F2A44"/>
                </a:solidFill>
                <a:latin typeface="Meiryo"/>
              </a:defRPr>
            </a:pPr>
            <a:r>
              <a:t>🔭  Extension ideas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709928"/>
            <a:ext cx="33832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  <a:defRPr sz="750">
                <a:solidFill>
                  <a:srgbClr val="1A202C"/>
                </a:solidFill>
                <a:latin typeface="Meiryo"/>
              </a:defRPr>
            </a:pPr>
            <a:r>
              <a:t>• add speaker names, summaries &amp; sentiment analysis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archive recordings to S3/GCS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Slack/email notifications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destination time zones &amp; multiple numbers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admin UI search, tags &amp; playback waveforms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OpenAPI spec + Webhook redelivery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• adopt OTel &amp; strengthen structured logging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✅  Summary: thin Controllers + idempotent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00"/>
              </a:spcAft>
              <a:defRPr sz="750" b="0">
                <a:solidFill>
                  <a:srgbClr val="1A202C"/>
                </a:solidFill>
                <a:latin typeface="Meiryo"/>
              </a:defRPr>
            </a:pPr>
            <a:r>
              <a:t>  Repository design makes it easy to extend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074920"/>
            <a:ext cx="11430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5A6C7D"/>
                </a:solidFill>
                <a:latin typeface="Meiryo"/>
              </a:defRPr>
            </a:pPr>
            <a:r>
              <a:t>References:  README-jp.md / tests/e2e/call.flow.test.ts / src/app.ts:30-171 / src/domains/call/call.service.ts:17-83 / src/domains/recording/transcription.service.ts  —  created from reading the implementation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