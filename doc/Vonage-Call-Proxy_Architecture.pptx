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6200" cy="3840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6858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0BFA6"/>
                </a:solidFill>
                <a:latin typeface="Meiryo"/>
              </a:defRPr>
            </a:pPr>
            <a:r>
              <a:t>VOICE RECORDING / TRANSCRIPTION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1323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eiryo"/>
              </a:defRPr>
            </a:pPr>
            <a:r>
              <a:t>Vonage Call Proxy</a:t>
            </a:r>
            <a:br/>
            <a:r>
              <a:t>詳細アーキテクチャ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C8D3E0"/>
                </a:solidFill>
                <a:latin typeface="Meiryo"/>
              </a:defRPr>
            </a:pPr>
            <a:r>
              <a:t>着信 → 自動応答 → 転送 → 録音 → 文字起こし → 管理ポータル までを一気通貫で解説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86200"/>
            <a:ext cx="2011680" cy="105156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転送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00BFA6"/>
                </a:solidFill>
                <a:latin typeface="Meiryo"/>
              </a:defRPr>
            </a:pPr>
            <a:r>
              <a:t>NCCO connect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886200"/>
            <a:ext cx="2011680" cy="105156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3931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録音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3434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00BFA6"/>
                </a:solidFill>
                <a:latin typeface="Meiryo"/>
              </a:defRPr>
            </a:pPr>
            <a:r>
              <a:t>mp3 / 2ch分離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886200"/>
            <a:ext cx="2011680" cy="105156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931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文字起こし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3434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00BFA6"/>
                </a:solidFill>
                <a:latin typeface="Meiryo"/>
              </a:defRPr>
            </a:pPr>
            <a:r>
              <a:t>話者分離・非同期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822960"/>
            <a:ext cx="301752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0515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0BFA6"/>
                </a:solidFill>
                <a:latin typeface="Meiryo"/>
              </a:defRPr>
            </a:pPr>
            <a:r>
              <a:t>SPEC  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4173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Node.js 18 / TypeScript / Express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874519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Vonage Voice API (NCCO方式)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MongoDB Atlas × Mongoose 8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EJS + express-session ポータル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JWT 代理取得 (録音DL/転写)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Jest + ts-jest (19テスト)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15 エンドポイント / 3コレクション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0749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5A6C7D"/>
                </a:solidFill>
                <a:latin typeface="Meiryo"/>
              </a:defRPr>
            </a:pPr>
            <a:r>
              <a:t>src/index.ts → app.ts → domains → shared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8A9BB0"/>
                </a:solidFill>
                <a:latin typeface="Meiryo"/>
              </a:defRPr>
            </a:pPr>
            <a:r>
              <a:t>対象リポジトリ: voice-recording-transcription-demo  |  2026-09-12 時点の実装に基づく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12648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8A9BB0"/>
                </a:solidFill>
                <a:latin typeface="Meiryo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システム概要と目的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着信プロキシ + 録音 + 文字起こし + 管理ポータルを 1 サービスに集約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657600" cy="635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🎯  目的 (What / Why)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LVNへの着信を自動応答し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転送先へ接続するプロキシ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通話全体を録音＋非同期で文字起こし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履歴はポータルから検索・再生・閲覧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不在時も取りこぼさない・証跡を残す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65760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⚙️  起動フロー (src/index.ts)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0992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1. validateConfig() 8変数検証＋秘密鍵読込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2. initializeVonageClient() JWT準備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3. createApp() DI配線＋15ルート定義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4. app.listen(PORT) 先行起動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5. connectDatabase() 非同期 (失敗時も継続)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6. SIGTERM → Graceful Shutdown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657600" cy="635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🧱  技術スタック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0992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Runtime: Node.js 18 / TS ES2020 ESM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Web: Express 4 / EJS / express-session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DB: Mongoose 8 → MongoDB Atlas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Vonage: @vonage/server-sdk 3.13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Auth: bcrypt / JWT (代理取得用)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Test: Jest + ts-jest + supertest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" y="3886200"/>
            <a:ext cx="127000" cy="12700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① 着信応答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GET /call/answer</a:t>
            </a:r>
            <a:br/>
            <a:r>
              <a:t>NCCO返却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441448" y="3886200"/>
            <a:ext cx="127000" cy="127000"/>
          </a:xfrm>
          <a:prstGeom prst="ellipse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432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② 自動応答TTS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talk (ja-JP/en-US)</a:t>
            </a:r>
            <a:br/>
            <a:r>
              <a:t>DB言語連動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7408" y="3886200"/>
            <a:ext cx="127000" cy="1270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③ 転送接続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connect from=LVN</a:t>
            </a:r>
            <a:br/>
            <a:r>
              <a:t>+除去・E.164検証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73368" y="3886200"/>
            <a:ext cx="127000" cy="127000"/>
          </a:xfrm>
          <a:prstGeom prst="ellipse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④ 録音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record mp3/split</a:t>
            </a:r>
            <a:br/>
            <a:r>
              <a:t>channels=2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39328" y="3886200"/>
            <a:ext cx="127000" cy="1270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⑤ 文字起こし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transcription</a:t>
            </a:r>
            <a:br/>
            <a:r>
              <a:t>JWT fetch・話者分離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9556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05288" y="3886200"/>
            <a:ext cx="127000" cy="12700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8816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⑥ 管理ポータル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528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履歴・DL・再取得</a:t>
            </a:r>
            <a:br/>
            <a:r>
              <a:t>セッション認証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166360"/>
            <a:ext cx="11430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ポイント:  talk → record → connect の順序で NCCO を返すことで切断を防止（endOnSilence排除）。  言語はセッションを持たない Webhook のため DB(Settings) から取得。  録音・文字起こし URL は JWT 付きで Vonage から代理取得。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全体アーキテクチャ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発信者 → Vonage → Express → MongoDB → 管理者 のデータフロー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1965960" cy="889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発信者</a:t>
            </a:r>
            <a:br/>
            <a:r>
              <a:t>Caller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PSTN / 携帯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1488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79" y="1554480"/>
            <a:ext cx="1965960" cy="889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Vonage Voice</a:t>
            </a:r>
            <a:br/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LVN・NCCO実行</a:t>
            </a:r>
            <a:br/>
            <a:r>
              <a:t>録音/文字起こし生成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21488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1554480"/>
            <a:ext cx="1965960" cy="889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Express App</a:t>
            </a:r>
            <a:br/>
            <a:r>
              <a:t>createApp()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15ルート・DI配線</a:t>
            </a:r>
            <a:br/>
            <a:r>
              <a:t>Controller→Service→Repo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1488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19" y="1554480"/>
            <a:ext cx="1965960" cy="8890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MongoDB Atlas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Recordings</a:t>
            </a:r>
            <a:br/>
            <a:r>
              <a:t>Destinations /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21488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554480"/>
            <a:ext cx="1965960" cy="889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管理者</a:t>
            </a:r>
            <a:br/>
            <a:r>
              <a:t>Browser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/login /dashboard</a:t>
            </a:r>
            <a:br/>
            <a:r>
              <a:t>/api/*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2808" y="2514600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009688"/>
                </a:solidFill>
                <a:latin typeface="Meiryo"/>
              </a:defRPr>
            </a:pPr>
            <a:r>
              <a:t>発信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2514600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009688"/>
                </a:solidFill>
                <a:latin typeface="Meiryo"/>
              </a:defRPr>
            </a:pPr>
            <a:r>
              <a:t>GET /call/answer</a:t>
            </a:r>
            <a:br/>
            <a:r>
              <a:t>NCCO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2514600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009688"/>
                </a:solidFill>
                <a:latin typeface="Meiryo"/>
              </a:defRPr>
            </a:pPr>
            <a:r>
              <a:t>upsert / find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7" y="2514600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009688"/>
                </a:solidFill>
                <a:latin typeface="Meiryo"/>
              </a:defRPr>
            </a:pPr>
            <a:r>
              <a:t>HTTPS</a:t>
            </a:r>
            <a:br/>
            <a:r>
              <a:t>セッション認証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429000"/>
            <a:ext cx="5715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5760" y="3429000"/>
            <a:ext cx="571500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538728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📞  音声・イベントプレーン (Vonage ↔ App)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813048"/>
            <a:ext cx="5440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① GET /call/answer?conversation_uuid&amp;from → NCCO[talk→record→connect] 返却＋pending保存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② POST /event/recording (録音確定) → upsert status=completed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③ POST /event/transcription (非同期) → JWT fetch→パース→保存  ※失敗時もURL保持し200応答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342900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9360" y="3429000"/>
            <a:ext cx="5486400" cy="635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538728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🖥️  管理プレーン (Browser ↔ App ↔ DB)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81304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GET /login → POST /login → session確立 → GET /dashboard (SSR)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GET /api/recordings (ページング) / download (JWT代理DL・mp3)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POST /api/destination (E.164検証) / PUT /api/language (次回NCCOに反映)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029200"/>
            <a:ext cx="11430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設計原則:  Controllerは薄く(HTTP変換のみ) / Serviceに業務ロジック集約 / RepositoryはMongooseのみ / Webhookは冪等upsert＋欠損耐性(200返却) / DB障害時もサーバ継続。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レイヤー責務と依存関係 (DI)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app.ts:createApp() による手動DI  |  Controller → Service → Repository →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463040"/>
            <a:ext cx="2743200" cy="4572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813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HTTP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574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2A44"/>
                </a:solidFill>
                <a:latin typeface="Meiryo"/>
              </a:defRPr>
            </a:pPr>
            <a:r>
              <a:t>Controllers</a:t>
            </a:r>
            <a:br/>
            <a:r>
              <a:t>Req/Res変換・400/404応答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Call / Recording / Transcription</a:t>
            </a:r>
            <a:br/>
            <a:r>
              <a:t>Destination / Portal /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228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5A6C7D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146304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10128" y="1463040"/>
            <a:ext cx="2743200" cy="4572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4813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Domain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0574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2A44"/>
                </a:solidFill>
                <a:latin typeface="Meiryo"/>
              </a:defRPr>
            </a:pPr>
            <a:r>
              <a:t>Services</a:t>
            </a:r>
            <a:br/>
            <a:r>
              <a:t>NCCO組立・E.164検証・JWT fetch・bcrypt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60604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CallService / RecordingService</a:t>
            </a:r>
            <a:br/>
            <a:r>
              <a:t>TranscriptionService / PortalService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2286000"/>
            <a:ext cx="228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5A6C7D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146304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1463040"/>
            <a:ext cx="2743200" cy="45720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14813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0574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2A44"/>
                </a:solidFill>
                <a:latin typeface="Meiryo"/>
              </a:defRPr>
            </a:pPr>
            <a:r>
              <a:t>Repositories + Models</a:t>
            </a:r>
            <a:br/>
            <a:r>
              <a:t>upsert冪等・ページング・KV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60604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Recording / Destination</a:t>
            </a:r>
            <a:br/>
            <a:r>
              <a:t>Settings (Mongoose Schema)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2286000"/>
            <a:ext cx="228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5A6C7D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98864" y="146304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98864" y="1463040"/>
            <a:ext cx="2743200" cy="4572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14813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Cross-cutting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20574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2A44"/>
                </a:solidFill>
                <a:latin typeface="Meiryo"/>
              </a:defRPr>
            </a:pPr>
            <a:r>
              <a:t>shared / middleware / config</a:t>
            </a:r>
            <a:br/>
            <a:r>
              <a:t>認証・ログ・例外・型・JWT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60604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logger / error.handler / auth</a:t>
            </a:r>
            <a:br/>
            <a:r>
              <a:t>config / database / vonage.client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657600"/>
            <a:ext cx="749807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" y="3657600"/>
            <a:ext cx="7498079" cy="635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767328"/>
            <a:ext cx="722375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🔌  DI配線例 (src/app.ts:30-47)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041648"/>
            <a:ext cx="7223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new DestinationRepository() / RecordingRepository() / SettingsRepository()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→ new CallService(destRepo, settingsRepo) / RecordingService(recRepo) / TranscriptionService(recRepo)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→ new CallController(callSvc, recSvc) / DestinationController / RecordingController / PortalController …  全15ルートに注入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657600"/>
            <a:ext cx="37033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92440" y="3657600"/>
            <a:ext cx="3703320" cy="635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767328"/>
            <a:ext cx="3429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✅  境界型 (types)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041648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shared/types.ts: Webhook共通型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call.types.ts: NCCO 3 action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recording.types.ts: Metadata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utterances[{sentence,…}]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destination.types.ts: 転送先型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349240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呼び出し方向は一方向のみ（Controller→Service→Repository）。 逆方向の依存は禁止。  Views(EJS)は Dashboard/Portal Controller からのみ描画。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ディレクトリ構成とドメイン分割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DDD的縦割り: 各ドメインが controller / service / model / repository を完結保有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9319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931920" cy="635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📁  プロジェクトツリー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src/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index.ts … 起動統括・Graceful Shutdown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app.ts … DI＋15ルート定義の中核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domains/call/ … NCCO・Webhook入口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domains/recording/ … 録音・文字起こし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domains/destination/ … 転送先CRUD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domains/portal/ … 認証・履歴UI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domains/settings/ … 言語KV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middleware/auth … セッション検査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shared/ … config・DB・JWT・log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└─ views/＋public/ … EJS＋i18n.js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tests/ … 単体＋e2e(call.flow) 19件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325880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325880"/>
            <a:ext cx="224028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3258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call (3)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965960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answer/recording入口</a:t>
            </a:r>
            <a:br/>
            <a:r>
              <a:t>NCCO talk/record/connect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325880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95160" y="1325880"/>
            <a:ext cx="2240280" cy="50292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3258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recording (7)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65960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pending→completed</a:t>
            </a:r>
            <a:br/>
            <a:r>
              <a:t>JWT転写・代理DL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325880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0" y="1325880"/>
            <a:ext cx="2240280" cy="50292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258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destination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965960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E.164検証・単一upsert</a:t>
            </a:r>
            <a:br/>
            <a:r>
              <a:t>転送先管理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749039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3749039"/>
            <a:ext cx="2240280" cy="50292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749039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portal (3+1)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389119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bcrypt照合・SSR描画</a:t>
            </a:r>
            <a:br/>
            <a:r>
              <a:t>履歴ページング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749039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95160" y="3749039"/>
            <a:ext cx="224028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3749039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settings (2)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89119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言語KV get/set</a:t>
            </a:r>
            <a:br/>
            <a:r>
              <a:t>ja-JP/en-US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3749039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18320" y="3749039"/>
            <a:ext cx="2240280" cy="50292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749039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shared (6)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4389119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config・DB・vonage</a:t>
            </a:r>
            <a:br/>
            <a:r>
              <a:t>logger・error・types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APIエンドポイント一覧 (全15)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🔓公開: Vonage Webhook系  🔒要認証: 管理API・画面  |  認証は authMiddleware が集約判定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6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11430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◆ Vonage Webhook系（認証不要・冪等・欠損耐性）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536192"/>
          <a:ext cx="1145743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2286000"/>
                <a:gridCol w="4142232"/>
              </a:tblGrid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Method・Path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Controller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入力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動作概要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GET /health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死活監視 {status:ok}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GET /call/answer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CallController.answerCall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?conversation_uuid &amp;from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言語・転送先取得→ NCCO返却＋pending保存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POST /event/recording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CallController→RecordingService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recording_url / uuid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upsert(completed)／欠落時は {skipped:true}で200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POST /event/transcription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TranscriptionController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conversation_uuid＋URL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JWT fetch→話者別ソート→保存／失敗時もURL保持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108960"/>
            <a:ext cx="11430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◆ 管理ポータル系（要認証: HTML→/login転送 / API→401 JSON）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410712"/>
          <a:ext cx="1145743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1280160"/>
                <a:gridCol w="4142232"/>
              </a:tblGrid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Method・Path</a:t>
                      </a:r>
                    </a:p>
                  </a:txBody>
                  <a:tcPr anchor="ctr">
                    <a:solidFill>
                      <a:srgbClr val="1A3D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Controller</a:t>
                      </a:r>
                    </a:p>
                  </a:txBody>
                  <a:tcPr anchor="ctr">
                    <a:solidFill>
                      <a:srgbClr val="1A3D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入力</a:t>
                      </a:r>
                    </a:p>
                  </a:txBody>
                  <a:tcPr anchor="ctr">
                    <a:solidFill>
                      <a:srgbClr val="1A3D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動作概要</a:t>
                      </a:r>
                    </a:p>
                  </a:txBody>
                  <a:tcPr anchor="ctr">
                    <a:solidFill>
                      <a:srgbClr val="1A3D5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/login / POST /login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PortalController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password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bcrypt照合→ session確立→302 /dashboard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POST /logout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PortalController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session.destroy → /loginへ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/dashboard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DashboardController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EJS SSR 管理画面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/api/destination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DestinationController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現転送先を取得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POST /api/destination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DestinationController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{phoneNumber}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E.164検証後 upsert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/api/recordings?p&amp;l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DashboardController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page/limit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新着順ページング履歴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…/:uuid/download  POST …/retranscribe  PUT /api/language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Recording/Transcription/Portal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uuid / lang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JWT代理DL(mp3)／再取得／言語保存→次回NCCO反映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Vonage連携とNCCOフロー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CallService.generateNCCO が talk → record → connect を動的生成（言語・転送先はDB連動）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1965960" cy="4572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① Answer受信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GET /call/answer</a:t>
            </a:r>
            <a:br/>
            <a:r>
              <a:t>uuid・from取得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96596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BFA6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79" y="1417320"/>
            <a:ext cx="1965960" cy="4572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② 言語取得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Settings.get</a:t>
            </a:r>
            <a:br/>
            <a:r>
              <a:t>ja-JP / en-US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196596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7FF9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1417320"/>
            <a:ext cx="1965960" cy="4572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③ 転送先取得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getCurrentDest</a:t>
            </a:r>
            <a:br/>
            <a:r>
              <a:t>+除去・必須検証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96596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C5CFF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19" y="1417320"/>
            <a:ext cx="1965960" cy="4572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④ NCCO生成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talk→record→</a:t>
            </a:r>
            <a:br/>
            <a:r>
              <a:t>connect 組立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196596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8C42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417320"/>
            <a:ext cx="1965960" cy="45720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⑤ 応答＋保存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res.json(ncco)</a:t>
            </a:r>
            <a:br/>
            <a:r>
              <a:t>pending登録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063240"/>
            <a:ext cx="58521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3063240"/>
            <a:ext cx="5852160" cy="635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172968"/>
            <a:ext cx="5577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📄  NCCO 3アクション (JSON)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447288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talk: TTS謝辞＋録音告知 (language連動・loop:1)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ja:「お電話ありがとうございます…録音させて…」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record: format=mp3 / split=conversation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channels=2 (話者分離) / beepStart=false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eventUrl=/event/recording＋transcription内包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connect: from=VONAGE_LVN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endpoint=[{type:phone, number:+除去}]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⚠ destination未設定→例外→500 / baseUrlは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WEBHOOK_URL or X-Forwarded-Proto/Host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3063240"/>
            <a:ext cx="53949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46520" y="3063240"/>
            <a:ext cx="539496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172968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🔧  Webhook事前設定・運用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447288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Dashboard: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Answer=GET https://&lt;domain&gt;/call/answer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Event =POST /event/recording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Transcription=POST /event/transcription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ローカル開発: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cloudflared tunnel --url http://localhost:3000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→ https://*.trycloudflare.com を登録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本番: nginx reverse proxy＋pm2＋Docker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対応 (README参照)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Webhookシーケンス詳細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すべて冪等upsert・欠損耐性: 異常時も 200 返却で Vonage リトライ嵐を防止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657600" cy="635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📥  A. Answer (同期応答)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383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→ GET /call/answer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validation (uuid/from)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generateNCCO()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├─ 言語・転送先をDB取得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└─ webhook URL組立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initCallRecord(pending)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conversationUuid/from/dest保存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res.json(ncco)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Vonage: TTS再生→録音開始→転送呼出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所要: DB 2 read＋1 writeのみ高速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65760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💾  B. Recording (録音確定)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09928"/>
            <a:ext cx="3383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→ POST /event/recording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recording_url or uuid 検証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欠落→ {skipped:true} 200終了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既存 callerId/dest温存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なければ “unknown” 補完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upsertRecordingMetadata()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status=completed＋URL保存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200 {recordingId}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→ ダッシュボードに履歴出現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(DLボタン有効化)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657600" cy="635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💬  C. Transcription (非同期)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09928"/>
            <a:ext cx="3383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→ POST /event/transcription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必須: conversation_uuid＋URL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JWT生成→ fetch(URL, Bearer)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channels[].transcript[].sentence収集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speaker=chIndex / timestamp昇順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sentences.join(' ')→ text化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旧results形式・純テキスト対応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失敗時もURLのみ保存し200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updateTranscription＋retrievedAt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→ 吹出モーダルで表示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データモデル (MongoDB Atlas × Mongoose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3コレクション  |  すべて findOneAndUpdate(upsert) で冪等書き込み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9319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931920" cy="635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🎙️  Recordings (会話単位)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657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conversationUuid: UNIQUE＋index (必須)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recordingUuid / recordingUrl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callerId / destinationId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status: pending/completed/failed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transcription: { transcriptionUrl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 text, utterances[{sentence,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 timestamp, duration, speaker}],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 retrievedAt } ＋ timestamps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index: {createdAt:-1, callerId:1}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findPaginated / updateTranscription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32588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325880"/>
            <a:ext cx="352044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435608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📞  Destinations (単一)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709928"/>
            <a:ext cx="3246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phoneNumber: 必須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(E.164正規表現検証)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timestamps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運用: 単一レコードパターン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findOne() 取得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findOneAndUpdate({},upsert)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で更新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未設定時はNCCO生成で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例外→500応答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32588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20" y="1325880"/>
            <a:ext cx="3520440" cy="635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435608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⚙️  Settings (KV汎用)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709928"/>
            <a:ext cx="3246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key: UNIQUE＋index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value: string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timestamps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現状 key=language のみ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ja-JP / en-US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操作: get/set (upsert)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失敗時 null耐性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用途: 次回着信の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talk/transcription言語に反映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11430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接続管理 (shared/database.ts):  mongoose.connect(mongoUri)／URIマスクログ／失敗時もサーバ継続・リトライ／disconnectDatabase()で切断。   話者マッピング: speaker 0=発信者(左・青)／1=転送先(右・桃) — dashboard.ejs モーダルで吹き出し表示。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認証フローと言語同期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express-session + bcrypt  |  Webhookはセッション外のためDB経由で言語を伝搬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1965960" cy="438912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GET 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EJS表示</a:t>
            </a:r>
            <a:br/>
            <a:r>
              <a:t>言語select付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9202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BFA6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79" y="1417320"/>
            <a:ext cx="1965960" cy="438912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POST 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password検証</a:t>
            </a:r>
            <a:br/>
            <a:r>
              <a:t>bcrypt/平文対応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19202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7FF9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1417320"/>
            <a:ext cx="1965960" cy="438912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session確立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authenticated</a:t>
            </a:r>
            <a:br/>
            <a:r>
              <a:t>+ language保存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9202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E9F6E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19" y="1417320"/>
            <a:ext cx="1965960" cy="438912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authMiddleware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/api・/dashboard</a:t>
            </a:r>
            <a:br/>
            <a:r>
              <a:t>保護・分岐応答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19202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C5CFF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417320"/>
            <a:ext cx="1965960" cy="438912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POST /logout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session.destroy</a:t>
            </a:r>
            <a:br/>
            <a:r>
              <a:t>→ /login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971800"/>
            <a:ext cx="5715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2971800"/>
            <a:ext cx="5715000" cy="635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081528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🔐  認証分岐 (middleware/auth.middleware.ts)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355848"/>
            <a:ext cx="5440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session.authenticated==true → next() 通過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未認証＋HTML要求 (/dashboard) → 302 /login リダイレクト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未認証＋API要求 (/api/*) → 401 JSON {error}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cookie: httpOnly・24h・secure=false (開発時)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本番は SESSION_SECRET を32byte乱数で生成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2971800"/>
            <a:ext cx="5486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2971800"/>
            <a:ext cx="5486400" cy="635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081528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🌐  言語同期 (public/js/i18n.js)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355848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UI select → PUT /api/language {ja/en}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PortalController: ja→ja-JP / en→en-US 変換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session.language＋Settings.set() に二重保存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次回 GET /call/answer がDB言語を読取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talk.text / transcription.language に適用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日英辞書でDOM一括置換＋localStorage保持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E2Eシーケンス: 着信から閲覧まで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e2e/call.flow.test.ts が answer → recording → transcription の全経路を検証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11 / 12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1527048"/>
            <a:ext cx="457200" cy="45720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417320"/>
            <a:ext cx="8503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44475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① 着信〜転送 (数秒)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09928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発信者→Vonage→GET /call/answer→NCCO→pending保存→TTS再生・録音開始・転送先呼出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554480"/>
            <a:ext cx="201168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Vonage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606040"/>
            <a:ext cx="457200" cy="457200"/>
          </a:xfrm>
          <a:prstGeom prst="ellipse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496312"/>
            <a:ext cx="8503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② 録音確定 (通話終了時)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8892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Vonage→POST /event/recording→upsert(completed)→200→履歴に出現→代理DL可(mp3)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633472"/>
            <a:ext cx="2011680" cy="50292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MongoDB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685032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575304"/>
            <a:ext cx="8503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602736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③ 文字起こし (非同期)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6791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Vonage→POST /event/transcription→JWT fetch→話者別ソート→保存→吹出表示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3712464"/>
            <a:ext cx="2011680" cy="50292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JWT fetch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4764024"/>
            <a:ext cx="457200" cy="457200"/>
          </a:xfrm>
          <a:prstGeom prst="ellipse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654296"/>
            <a:ext cx="8503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681728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④ 管理操作 (随時)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946904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ログイン→転送先更新(E.164)→履歴ページング→transcript表示→retranscribe補完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4791456"/>
            <a:ext cx="2011680" cy="50292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897880"/>
            <a:ext cx="11338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異常系の振る舞い:  destination未設定→500  ／  recording欠落→skipped 200  ／  転写fetch失敗→URLのみ保存し200  ／  DB切断→サーバ継続・ログのみ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運用・セキュリティ・今後の拡張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本番展開チェックリストと技術的負債・拡張余地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詳細アーキテクチャ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12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657600" cy="6350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🚀  本番運用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NODE_ENV=production＋LOG_LEVEL=warn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PORTAL/SESSION_SECRETを乱数生成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crypto.randomBytes(16/32)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.env・private.keyはRepo外＋絶対パス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pm2 start dist/index.js --name proxy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nginx reverse proxy (443→3000)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Docker: node:18-alpine＋npm ci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/health で死活監視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cloudflaredでWebhook公開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657600" cy="6350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🔒  セキュリティ現状と課題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09928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現状: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bcrypt照合＋httpOnlyセッション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Vonage JWT代理取得 (有効期限付)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authMiddlewareで一括保護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課題→対策: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Webhook署名検証なし→Vonage署名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検証ミドルウェア追加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secure=false→本番でtrue＋HTTPS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単一パスワード→ユーザー管理化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録音URLの有効期限・S3退避検討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65760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🔭  拡張アイデア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09928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話者名・要約・感情分析の追加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S3/GCSへの録音アーカイブ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Slack/メール通知連携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転送先の時間帯・複数番号対応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管理UIの検索・タグ・再生波形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OpenAPI化＋Webhook再送処理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OTel導入・構造化ログ強化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✅ まとめ: 薄いController＋冪等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Repository設計により拡張容易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74920"/>
            <a:ext cx="11430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5A6C7D"/>
                </a:solidFill>
                <a:latin typeface="Meiryo"/>
              </a:defRPr>
            </a:pPr>
            <a:r>
              <a:t>参考:  README-jp.md／tests/e2e/call.flow.test.ts／src/app.ts:30-171／src/domains/call/call.service.ts:17-83／src/domains/recording/transcription.service.ts  —  本資料は実装コードの読解に基づき作成。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